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57" r:id="rId4"/>
    <p:sldId id="268" r:id="rId5"/>
    <p:sldId id="258" r:id="rId6"/>
    <p:sldId id="269" r:id="rId7"/>
    <p:sldId id="259" r:id="rId8"/>
    <p:sldId id="260" r:id="rId9"/>
    <p:sldId id="270" r:id="rId10"/>
    <p:sldId id="271" r:id="rId11"/>
    <p:sldId id="272" r:id="rId12"/>
    <p:sldId id="261" r:id="rId13"/>
    <p:sldId id="273" r:id="rId14"/>
    <p:sldId id="262" r:id="rId15"/>
    <p:sldId id="274" r:id="rId16"/>
    <p:sldId id="263" r:id="rId17"/>
    <p:sldId id="264" r:id="rId18"/>
    <p:sldId id="265" r:id="rId19"/>
    <p:sldId id="2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CI/CD (Continuous Integration &amp; Continuous Deployment)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Automate. Integrate. Deliver Continuously.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op 10 Free CI/CD Tools You Cannot Miss 2025">
            <a:extLst>
              <a:ext uri="{FF2B5EF4-FFF2-40B4-BE49-F238E27FC236}">
                <a16:creationId xmlns:a16="http://schemas.microsoft.com/office/drawing/2014/main" id="{CEFB1F17-5BC1-2CF1-4F48-B743E0538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6638"/>
            <a:ext cx="9144000" cy="4784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07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 to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CI/CD stands for Continuous Integration and Continuous Deployment/Delivery.</a:t>
            </a:r>
          </a:p>
          <a:p>
            <a:r>
              <a:rPr dirty="0"/>
              <a:t>It automates code building, testing, and deployment.</a:t>
            </a:r>
          </a:p>
          <a:p>
            <a:endParaRPr lang="en-US" dirty="0"/>
          </a:p>
          <a:p>
            <a:endParaRPr dirty="0"/>
          </a:p>
          <a:p>
            <a:r>
              <a:rPr dirty="0"/>
              <a:t>Key Idea: Automate everything from code commit → deployment.</a:t>
            </a:r>
          </a:p>
        </p:txBody>
      </p:sp>
      <p:pic>
        <p:nvPicPr>
          <p:cNvPr id="3076" name="Picture 4" descr="Generated image">
            <a:extLst>
              <a:ext uri="{FF2B5EF4-FFF2-40B4-BE49-F238E27FC236}">
                <a16:creationId xmlns:a16="http://schemas.microsoft.com/office/drawing/2014/main" id="{120E7EF9-7DD1-8B0D-7730-2C010D62A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575" y="3150420"/>
            <a:ext cx="4940710" cy="192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troduction to CI+CD Workflow">
            <a:extLst>
              <a:ext uri="{FF2B5EF4-FFF2-40B4-BE49-F238E27FC236}">
                <a16:creationId xmlns:a16="http://schemas.microsoft.com/office/drawing/2014/main" id="{E9A64812-6B7E-D0B6-BC1C-3F55F0778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795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CI/CD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Typical Stages:</a:t>
            </a:r>
          </a:p>
          <a:p>
            <a:r>
              <a:t>1. Source Control – Developers push code to GitHub/GitLab/Bitbucket.</a:t>
            </a:r>
          </a:p>
          <a:p>
            <a:r>
              <a:t>2. Build Stage – Code compiled and dependencies installed.</a:t>
            </a:r>
          </a:p>
          <a:p>
            <a:r>
              <a:t>3. Test Stage – Automated unit and integration tests run.</a:t>
            </a:r>
          </a:p>
          <a:p>
            <a:r>
              <a:t>4. Deploy Stage – Application deployed to DEV/QA/PROD.</a:t>
            </a:r>
          </a:p>
          <a:p>
            <a:r>
              <a:t>5. Monitor Stage – Application monitored post-deployment.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ntinuous integration: why is it ...">
            <a:extLst>
              <a:ext uri="{FF2B5EF4-FFF2-40B4-BE49-F238E27FC236}">
                <a16:creationId xmlns:a16="http://schemas.microsoft.com/office/drawing/2014/main" id="{224B1879-2024-2FE4-D6BD-D3E6D1D82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68" y="1887794"/>
            <a:ext cx="5037464" cy="225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0031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Integration (CI)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Definition:</a:t>
            </a:r>
          </a:p>
          <a:p>
            <a:r>
              <a:t>Practice of merging developer code into a shared repository several times a day.</a:t>
            </a:r>
          </a:p>
          <a:p>
            <a:endParaRPr/>
          </a:p>
          <a:p>
            <a:r>
              <a:t>Goals:</a:t>
            </a:r>
          </a:p>
          <a:p>
            <a:r>
              <a:t>- Detect integration issues early.</a:t>
            </a:r>
          </a:p>
          <a:p>
            <a:r>
              <a:t>- Ensure build and tests always pass.</a:t>
            </a:r>
          </a:p>
          <a:p>
            <a:endParaRPr/>
          </a:p>
          <a:p>
            <a:r>
              <a:t>Tools: Jenkins, GitHub Actions, GitLab CI, CircleCI.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Deployment (CD)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Definition:</a:t>
            </a:r>
          </a:p>
          <a:p>
            <a:r>
              <a:t>Automatically deploy validated builds to production.</a:t>
            </a:r>
          </a:p>
          <a:p>
            <a:endParaRPr/>
          </a:p>
          <a:p>
            <a:r>
              <a:t>Benefits:</a:t>
            </a:r>
          </a:p>
          <a:p>
            <a:r>
              <a:t>- Faster release cycles.</a:t>
            </a:r>
          </a:p>
          <a:p>
            <a:r>
              <a:t>- Reduced manual intervention.</a:t>
            </a:r>
          </a:p>
          <a:p>
            <a:r>
              <a:t>- Easier rollback and recovery.</a:t>
            </a:r>
          </a:p>
          <a:p>
            <a:endParaRPr/>
          </a:p>
          <a:p>
            <a:r>
              <a:t>Tools: AWS CodePipeline, Azure DevOps, ArgoCD, Spinnaker.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search for industry use cases of Jenkins🌻 | by Sachin Singh | Medium">
            <a:extLst>
              <a:ext uri="{FF2B5EF4-FFF2-40B4-BE49-F238E27FC236}">
                <a16:creationId xmlns:a16="http://schemas.microsoft.com/office/drawing/2014/main" id="{D4154ED5-8FEF-7F86-949A-0F659C33A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8313" y="762000"/>
            <a:ext cx="5667375" cy="533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606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 Crash Course in CI/CD - ByteByteGo Newsletter">
            <a:extLst>
              <a:ext uri="{FF2B5EF4-FFF2-40B4-BE49-F238E27FC236}">
                <a16:creationId xmlns:a16="http://schemas.microsoft.com/office/drawing/2014/main" id="{59DC3C99-10A7-83D3-B3BA-1A51B0938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3" y="0"/>
            <a:ext cx="90598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0E0E75-5D79-D2BC-011F-95AD5E600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-128485"/>
            <a:ext cx="8229600" cy="1143000"/>
          </a:xfrm>
        </p:spPr>
        <p:txBody>
          <a:bodyPr/>
          <a:lstStyle/>
          <a:p>
            <a:r>
              <a:rPr lang="en-US" dirty="0"/>
              <a:t>Tools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6072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What Is CI/CD? Expedite The Software Development Life Cycle - testRigor">
            <a:extLst>
              <a:ext uri="{FF2B5EF4-FFF2-40B4-BE49-F238E27FC236}">
                <a16:creationId xmlns:a16="http://schemas.microsoft.com/office/drawing/2014/main" id="{8821E5AE-66B5-C4D2-0822-EA3C6C9EA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08125"/>
            <a:ext cx="9144000" cy="384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821EA1-7986-E864-46B1-2D2FE9CB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CICD pipeline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6082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Scenario: Deploying a Web App using GitHub Actions.</a:t>
            </a:r>
          </a:p>
          <a:p>
            <a:endParaRPr/>
          </a:p>
          <a:p>
            <a:r>
              <a:t>Pipeline Stages:</a:t>
            </a:r>
          </a:p>
          <a:p>
            <a:r>
              <a:t>1. Developer commits code → GitHub repo.</a:t>
            </a:r>
          </a:p>
          <a:p>
            <a:r>
              <a:t>2. GitHub Actions triggers workflow.</a:t>
            </a:r>
          </a:p>
          <a:p>
            <a:r>
              <a:t>3. Runs tests using pytest.</a:t>
            </a:r>
          </a:p>
          <a:p>
            <a:r>
              <a:t>4. Builds Docker image → pushes to AWS ECR.</a:t>
            </a:r>
          </a:p>
          <a:p>
            <a:r>
              <a:t>5. Deploys container to ECS/EC2.</a:t>
            </a:r>
          </a:p>
          <a:p>
            <a:r>
              <a:t>6. Sends Slack/Email notification.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What is CI/CD and CI/CD Pipeline? - Processes, Stages, Benefits">
            <a:extLst>
              <a:ext uri="{FF2B5EF4-FFF2-40B4-BE49-F238E27FC236}">
                <a16:creationId xmlns:a16="http://schemas.microsoft.com/office/drawing/2014/main" id="{D387DDC5-A5F8-51FF-F78B-7A11E8B83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0913"/>
            <a:ext cx="9144000" cy="495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706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Faster time to market.</a:t>
            </a:r>
          </a:p>
          <a:p>
            <a:r>
              <a:t>- Improved code quality.</a:t>
            </a:r>
          </a:p>
          <a:p>
            <a:r>
              <a:t>- Reduced risk with automated testing.</a:t>
            </a:r>
          </a:p>
          <a:p>
            <a:r>
              <a:t>- Consistent deployments.</a:t>
            </a:r>
          </a:p>
          <a:p>
            <a:r>
              <a:t>- Early bug detection.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9 CI/CD Challenges and How to Solve Them — aqua cloud">
            <a:extLst>
              <a:ext uri="{FF2B5EF4-FFF2-40B4-BE49-F238E27FC236}">
                <a16:creationId xmlns:a16="http://schemas.microsoft.com/office/drawing/2014/main" id="{43CD40A9-14CA-DB63-3012-BC674AB95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" y="1005840"/>
            <a:ext cx="8778240" cy="484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00295C3-CF9D-9711-4FAF-DEB5EC168A5F}"/>
              </a:ext>
            </a:extLst>
          </p:cNvPr>
          <p:cNvSpPr/>
          <p:nvPr/>
        </p:nvSpPr>
        <p:spPr>
          <a:xfrm>
            <a:off x="806245" y="5142271"/>
            <a:ext cx="953729" cy="48178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27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Managing secrets and credentials.</a:t>
            </a:r>
          </a:p>
          <a:p>
            <a:r>
              <a:t>- Handling environment differences (DEV/QA/PROD).</a:t>
            </a:r>
          </a:p>
          <a:p>
            <a:r>
              <a:t>- Complex rollback procedures.</a:t>
            </a:r>
          </a:p>
          <a:p>
            <a:r>
              <a:t>- Toolchain integration issues.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Keep pipelines simple and modular.</a:t>
            </a:r>
          </a:p>
          <a:p>
            <a:r>
              <a:t>✅ Automate tests at every stage.</a:t>
            </a:r>
          </a:p>
          <a:p>
            <a:r>
              <a:t>✅ Use feature branches and pull requests.</a:t>
            </a:r>
          </a:p>
          <a:p>
            <a:r>
              <a:t>✅ Implement version control for pipelines.</a:t>
            </a:r>
          </a:p>
          <a:p>
            <a:r>
              <a:t>✅ Include monitoring and alerts.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Visualization: CI/CD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 → Build → Test → Deploy → Monitor → Feedback → Code</a:t>
            </a:r>
          </a:p>
          <a:p>
            <a:endParaRPr/>
          </a:p>
          <a:p>
            <a:r>
              <a:t>Represents a continuous improvement cycle.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is a cornerstone of modern DevOps.</a:t>
            </a:r>
          </a:p>
          <a:p>
            <a:r>
              <a:t>Enables faster, reliable, and automated software delivery.</a:t>
            </a:r>
          </a:p>
          <a:p>
            <a:r>
              <a:t>Promotes collaboration between development and operations.</a:t>
            </a:r>
          </a:p>
          <a:p>
            <a:endParaRPr/>
          </a:p>
          <a:p>
            <a:r>
              <a:t>Tagline: Automate. Integrate. Deliver Continuously.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450</Words>
  <Application>Microsoft Office PowerPoint</Application>
  <PresentationFormat>On-screen Show (4:3)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CI/CD (Continuous Integration &amp; Continuous Deployment)</vt:lpstr>
      <vt:lpstr>PowerPoint Presentation</vt:lpstr>
      <vt:lpstr>Introduction to CI/CD</vt:lpstr>
      <vt:lpstr>PowerPoint Presentation</vt:lpstr>
      <vt:lpstr>CI/CD Workflow</vt:lpstr>
      <vt:lpstr>PowerPoint Presentation</vt:lpstr>
      <vt:lpstr>Continuous Integration (CI)</vt:lpstr>
      <vt:lpstr>Continuous Deployment (CD)</vt:lpstr>
      <vt:lpstr>PowerPoint Presentation</vt:lpstr>
      <vt:lpstr>Tools</vt:lpstr>
      <vt:lpstr>CICD pipeline </vt:lpstr>
      <vt:lpstr>Example Pipeline</vt:lpstr>
      <vt:lpstr>PowerPoint Presentation</vt:lpstr>
      <vt:lpstr>Benefits of CI/CD</vt:lpstr>
      <vt:lpstr>PowerPoint Presentation</vt:lpstr>
      <vt:lpstr>Challenges in CI/CD</vt:lpstr>
      <vt:lpstr>Best Practices</vt:lpstr>
      <vt:lpstr>Visualization: CI/CD Lifecycle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pulivarthi</cp:lastModifiedBy>
  <cp:revision>7</cp:revision>
  <dcterms:created xsi:type="dcterms:W3CDTF">2013-01-27T09:14:16Z</dcterms:created>
  <dcterms:modified xsi:type="dcterms:W3CDTF">2025-10-13T22:31:55Z</dcterms:modified>
  <cp:category/>
</cp:coreProperties>
</file>