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80" d="100"/>
          <a:sy n="80" d="100"/>
        </p:scale>
        <p:origin x="782" y="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68A8F-2143-DFBF-B0A0-9A669794DE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9CC0FC-C9AA-E66F-CADF-503D78BC39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22159A-8FA8-98FC-586D-F1C688285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62DBA-8EB2-42CF-8C69-1B6505B980AD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57A9D0-C828-7BE3-8752-C5B7C7344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28E9B1-C6DD-C1C5-0CDD-CA944417F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0FE1A-E192-4513-8800-30340D334C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520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0157C-E808-593C-37F4-D572C210F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03B70-0BC9-FDC3-BCC3-B0977D9D6E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A8520-99CC-1B47-DF3D-1DBA04FF5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62DBA-8EB2-42CF-8C69-1B6505B980AD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82258C-25EE-ED98-9BA4-591A6CCCF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230BF-893D-062B-5444-CECED0C45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0FE1A-E192-4513-8800-30340D334C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3599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1617A-9B56-BE98-BA62-EC6553ABE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F91BF9-75D6-56AD-BFA4-2D403A7809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7CEF51-8A3D-16F9-774B-AAC443B4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62DBA-8EB2-42CF-8C69-1B6505B980AD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BCF336-759B-EA24-5AE4-73EE998A1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D76BC-C6C6-CDE3-9E6B-FFBE23448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0FE1A-E192-4513-8800-30340D334C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4581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828AC-8D14-100E-B6F2-F163232D3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FE9D6-1578-7064-605A-4E40E5A165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A7724A-6FC5-843A-09C8-E2F974C959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B98094-9CD8-6FFE-8718-81715067C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62DBA-8EB2-42CF-8C69-1B6505B980AD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3CD7AA-65DD-2F05-D333-D6720D85A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69DDB-FB89-79CC-7304-D70D1D8B8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0FE1A-E192-4513-8800-30340D334C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8263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E8CC8-A307-CDA4-EE87-AF38CE11E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11B7F4-6FC3-D3A4-D96B-CD42C49C1C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80244-B2F9-C211-08A2-27F1D41F86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2C0DCF-7376-A9FA-68B4-AE35E51212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B61513-CFD4-76C5-8132-50E58D4D63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CCC4FE-AF95-D671-E2D6-C789DB0B7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62DBA-8EB2-42CF-8C69-1B6505B980AD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2975F2-B531-3869-7E17-AAA6030D2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FBD658-C105-E958-1EE2-8CFF17A99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0FE1A-E192-4513-8800-30340D334C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1805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3B699-7953-C904-1FD5-5AEB1B790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BBD5FD-924E-03CB-AF68-AC04526AE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62DBA-8EB2-42CF-8C69-1B6505B980AD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9479D3-746B-7950-6C5D-1156AA51A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90941F-6ABB-7195-CFB9-8C288694D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0FE1A-E192-4513-8800-30340D334C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4365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5A2DA6-BF51-CCE9-F77B-FCEE7B2E8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62DBA-8EB2-42CF-8C69-1B6505B980AD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3CE107-D9F3-9425-D109-AD5449340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C80A1C-12DB-DB93-D303-CCFB405BF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0FE1A-E192-4513-8800-30340D334C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279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8ABEF-0F58-5558-3575-92306C657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182A7-7F02-9ABD-7F75-FC18D1AC4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8EF2DC-FC77-718E-0206-D1905AD2EC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DB3A17-5556-1283-2B46-6C2E80020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62DBA-8EB2-42CF-8C69-1B6505B980AD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CE43FF-9858-A4DE-5760-393E5988E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72389E-12A8-7D8C-402E-6323E3FD3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0FE1A-E192-4513-8800-30340D334C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4942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BDB80-BF0E-7ABF-2311-0BC0284F4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77E651-F97B-CC39-32A5-BD7F2784C6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9DA68B-4196-818D-5B98-CD3E55FE0C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BAE4FF-786C-7AF4-C094-E77A208EB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62DBA-8EB2-42CF-8C69-1B6505B980AD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FE3886-946F-E002-C8FB-EFFCC75A6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1D3E39-E5C3-F7B9-9DC1-28C224467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0FE1A-E192-4513-8800-30340D334C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2238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4126A-69EB-F50E-58EF-D8F9DEF86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410092-7133-0FA3-3D01-EAD2D684CE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16120E-7BB0-DB40-25FB-A39524E46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62DBA-8EB2-42CF-8C69-1B6505B980AD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FDF80A-C7DC-0A57-4CC9-980BFC43E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AF79D1-01DE-B02E-4254-839A22043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0FE1A-E192-4513-8800-30340D334C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0252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D16E94-EFDA-B8FB-F836-E8416E42B5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93754A-FBC7-BBBB-BCEE-6140FDD052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13B942-33B8-92D7-1A78-6B9BB1FA1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62DBA-8EB2-42CF-8C69-1B6505B980AD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36970-87C3-380A-BDB8-1878B8ACC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2689B-9FCC-BA57-1E8C-188BBF218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0FE1A-E192-4513-8800-30340D334C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2672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CCAE4C-E42B-0618-75E6-869F1BB3B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6BF19B-959B-31F9-FAC4-33D78056C4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952622-1CA1-38E0-F400-5916637921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662DBA-8EB2-42CF-8C69-1B6505B980AD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C42981-8BA0-A83C-F40D-BBEE83B7C9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CBEEF-06F6-F05E-42C6-1BBC4AAB00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10FE1A-E192-4513-8800-30340D334C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2547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C552064-1D39-E07E-BFA4-E64B9D5AB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8807" y="1849796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Jenkins</a:t>
            </a:r>
            <a:br>
              <a:rPr lang="en-US" dirty="0"/>
            </a:b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0202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98501FA-5640-AC03-1D00-F092F73D22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5636" y="1428576"/>
            <a:ext cx="7940728" cy="400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434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11AB15-CA71-FF49-7D81-73FC661E9D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725" y="887510"/>
            <a:ext cx="9792549" cy="5082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882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1DD00E-5D8A-589E-6655-233684CE2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931" y="1554317"/>
            <a:ext cx="9198137" cy="3749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28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854AAA-84B2-67D7-D764-76A570EBD3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260" y="1039923"/>
            <a:ext cx="9693480" cy="4778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698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F66C7AB-7C88-659E-DA1E-A154ACE22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847" y="510287"/>
            <a:ext cx="9998306" cy="583742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16EF921-017D-EA81-A0A0-6A77F237EE78}"/>
              </a:ext>
            </a:extLst>
          </p:cNvPr>
          <p:cNvSpPr/>
          <p:nvPr/>
        </p:nvSpPr>
        <p:spPr>
          <a:xfrm>
            <a:off x="10563225" y="5781674"/>
            <a:ext cx="914400" cy="7524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6763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9375D1-D171-4A53-9FEA-04C7D10BCE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158" y="590304"/>
            <a:ext cx="10653683" cy="5677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6218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80325C-64B6-68F9-2384-5DA74E3E99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463" y="1535266"/>
            <a:ext cx="7773074" cy="3787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981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</Words>
  <Application>Microsoft Office PowerPoint</Application>
  <PresentationFormat>Widescreen</PresentationFormat>
  <Paragraphs>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Jenkins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lakshmi pulivarthi</dc:creator>
  <cp:lastModifiedBy>lakshmi pulivarthi</cp:lastModifiedBy>
  <cp:revision>4</cp:revision>
  <dcterms:created xsi:type="dcterms:W3CDTF">2025-10-13T22:47:23Z</dcterms:created>
  <dcterms:modified xsi:type="dcterms:W3CDTF">2025-10-13T22:52:48Z</dcterms:modified>
</cp:coreProperties>
</file>