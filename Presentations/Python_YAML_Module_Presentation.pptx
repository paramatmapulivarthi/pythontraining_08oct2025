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YAML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YAML (YAML Ain’t Markup Language) is a human-readable data format.</a:t>
            </a:r>
          </a:p>
          <a:p>
            <a:r>
              <a:t>It is used for configuration files, data serialization, and DevOps tools.</a:t>
            </a:r>
          </a:p>
          <a:p>
            <a:r>
              <a:t>Python uses the PyYAML module to work with YAML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YAML?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dirty="0"/>
              <a:t>• YAML is a data serialization format like JSON but more readable.</a:t>
            </a:r>
          </a:p>
          <a:p>
            <a:pPr marL="0" indent="0">
              <a:buNone/>
            </a:pPr>
            <a:r>
              <a:rPr sz="1600" dirty="0"/>
              <a:t>• Used in DevOps (Ansible, Kubernetes, Terraform configs, etc.)</a:t>
            </a:r>
          </a:p>
          <a:p>
            <a:pPr marL="0" indent="0">
              <a:buNone/>
            </a:pPr>
            <a:r>
              <a:rPr sz="1600" dirty="0"/>
              <a:t>• Uses indentation to represent structure.</a:t>
            </a:r>
          </a:p>
          <a:p>
            <a:pPr marL="0" indent="0">
              <a:buNone/>
            </a:pPr>
            <a:r>
              <a:rPr sz="1600" dirty="0"/>
              <a:t>Example:</a:t>
            </a:r>
          </a:p>
          <a:p>
            <a:pPr marL="0" indent="0">
              <a:buNone/>
            </a:pPr>
            <a:r>
              <a:rPr sz="1600" dirty="0"/>
              <a:t>name: Paramatma</a:t>
            </a:r>
          </a:p>
          <a:p>
            <a:pPr marL="0" indent="0">
              <a:buNone/>
            </a:pPr>
            <a:r>
              <a:rPr sz="1600" dirty="0"/>
              <a:t>role: Software Engineer</a:t>
            </a:r>
          </a:p>
          <a:p>
            <a:pPr marL="0" indent="0">
              <a:buNone/>
            </a:pPr>
            <a:r>
              <a:rPr sz="1600" dirty="0"/>
              <a:t>skills:</a:t>
            </a:r>
          </a:p>
          <a:p>
            <a:pPr marL="0" indent="0">
              <a:buNone/>
            </a:pPr>
            <a:r>
              <a:rPr sz="1600" dirty="0"/>
              <a:t>  - Python</a:t>
            </a:r>
          </a:p>
          <a:p>
            <a:pPr marL="0" indent="0">
              <a:buNone/>
            </a:pPr>
            <a:r>
              <a:rPr sz="1600" dirty="0"/>
              <a:t>  - AWS</a:t>
            </a:r>
          </a:p>
          <a:p>
            <a:pPr marL="0" indent="0">
              <a:buNone/>
            </a:pPr>
            <a:r>
              <a:rPr sz="1600" dirty="0"/>
              <a:t>  - Terraform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3F50CE-C299-063D-CBDE-6DCFA4A3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5129"/>
            <a:ext cx="9015241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564AC-E43C-FE88-33A2-3E32695C2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5" y="601735"/>
            <a:ext cx="9121930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7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864F89-D01E-03B5-A8E8-2F571D3A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75" y="411218"/>
            <a:ext cx="8649450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6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0587FC-D924-C264-05E5-80780B3E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8" y="948475"/>
            <a:ext cx="9038103" cy="49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9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6AE14-F9D4-52B0-88DF-7D5006692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7" y="601735"/>
            <a:ext cx="9068586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0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EFD2C7-7B1C-3F40-308B-ECC2912BB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518"/>
            <a:ext cx="9144000" cy="533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75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AEFC3-56AD-2676-11D6-B36D1FB2A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012"/>
            <a:ext cx="9144000" cy="497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21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Installing PyYAML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use YAML in Python, install the PyYAML package:</a:t>
            </a:r>
          </a:p>
          <a:p>
            <a:endParaRPr/>
          </a:p>
          <a:p>
            <a:r>
              <a:t>pip install pyyaml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Importing and Basic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yaml</a:t>
            </a:r>
          </a:p>
          <a:p>
            <a:endParaRPr/>
          </a:p>
          <a:p>
            <a:r>
              <a:t># Load YAML file</a:t>
            </a:r>
          </a:p>
          <a:p>
            <a:r>
              <a:t>with open('config.yaml', 'r') as f:</a:t>
            </a:r>
          </a:p>
          <a:p>
            <a:r>
              <a:t>    data = yaml.safe_load(f)</a:t>
            </a:r>
          </a:p>
          <a:p>
            <a:endParaRPr/>
          </a:p>
          <a:p>
            <a:r>
              <a:t>print(data)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Writing YAML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import </a:t>
            </a:r>
            <a:r>
              <a:rPr dirty="0" err="1"/>
              <a:t>yaml</a:t>
            </a:r>
            <a:endParaRPr dirty="0"/>
          </a:p>
          <a:p>
            <a:endParaRPr dirty="0"/>
          </a:p>
          <a:p>
            <a:r>
              <a:rPr dirty="0"/>
              <a:t>data = {</a:t>
            </a:r>
          </a:p>
          <a:p>
            <a:r>
              <a:rPr dirty="0"/>
              <a:t>  'project': 'Paramatma',</a:t>
            </a:r>
          </a:p>
          <a:p>
            <a:r>
              <a:rPr dirty="0"/>
              <a:t>  ‘</a:t>
            </a:r>
            <a:r>
              <a:rPr lang="en-US" dirty="0"/>
              <a:t>version</a:t>
            </a:r>
            <a:r>
              <a:rPr dirty="0"/>
              <a:t>': 8,</a:t>
            </a:r>
          </a:p>
          <a:p>
            <a:r>
              <a:rPr dirty="0"/>
              <a:t>  'category': ‘</a:t>
            </a:r>
            <a:r>
              <a:rPr lang="en-US" dirty="0"/>
              <a:t>testing</a:t>
            </a:r>
            <a:r>
              <a:rPr dirty="0"/>
              <a:t>'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with open('</a:t>
            </a:r>
            <a:r>
              <a:rPr dirty="0" err="1"/>
              <a:t>output.yaml</a:t>
            </a:r>
            <a:r>
              <a:rPr dirty="0"/>
              <a:t>', 'w') as f:</a:t>
            </a:r>
          </a:p>
          <a:p>
            <a:r>
              <a:rPr dirty="0"/>
              <a:t>    </a:t>
            </a:r>
            <a:r>
              <a:rPr dirty="0" err="1"/>
              <a:t>yaml.dump</a:t>
            </a:r>
            <a:r>
              <a:rPr dirty="0"/>
              <a:t>(data, f, </a:t>
            </a:r>
            <a:r>
              <a:rPr dirty="0" err="1"/>
              <a:t>default_flow_style</a:t>
            </a:r>
            <a:r>
              <a:rPr dirty="0"/>
              <a:t>=False)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Reading YAML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open('output.yaml', 'r') as f:</a:t>
            </a:r>
          </a:p>
          <a:p>
            <a:r>
              <a:t>    data = yaml.safe_load(f)</a:t>
            </a:r>
          </a:p>
          <a:p>
            <a:r>
              <a:t>print(data['project'])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YAML vs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YAML is more human-readable and supports comments.</a:t>
            </a:r>
          </a:p>
          <a:p>
            <a:r>
              <a:t>• JSON is more widely used for APIs.</a:t>
            </a:r>
          </a:p>
          <a:p>
            <a:r>
              <a:t>• YAML supports complex data types like sets and references.</a:t>
            </a:r>
          </a:p>
          <a:p>
            <a:endParaRPr/>
          </a:p>
          <a:p>
            <a:r>
              <a:t>Example YAML comment:</a:t>
            </a:r>
          </a:p>
          <a:p>
            <a:r>
              <a:t># This is a comment</a:t>
            </a:r>
          </a:p>
          <a:p>
            <a:r>
              <a:t>version: 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Safe Loading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safe_load() instead of load() to avoid executing arbitrary code.</a:t>
            </a:r>
          </a:p>
          <a:p>
            <a:endParaRPr/>
          </a:p>
          <a:p>
            <a:r>
              <a:t>yaml.safe_load() → Safe</a:t>
            </a:r>
          </a:p>
          <a:p>
            <a:r>
              <a:t>yaml.load() → Can be unsafe if file contains malicious code.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Dump Formatting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yaml.dump(data, sort_keys=False, indent=4, default_flow_style=False)</a:t>
            </a:r>
          </a:p>
          <a:p>
            <a:endParaRPr/>
          </a:p>
          <a:p>
            <a:r>
              <a:t>• sort_keys=False → Keep original key order</a:t>
            </a:r>
          </a:p>
          <a:p>
            <a:r>
              <a:t>• indent → Controls indentation spaces</a:t>
            </a:r>
          </a:p>
          <a:p>
            <a:r>
              <a:t>• default_flow_style=False → Block style (multi-line)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Nested YAML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project:</a:t>
            </a:r>
          </a:p>
          <a:p>
            <a:r>
              <a:t>  name: Paramatma Productions</a:t>
            </a:r>
          </a:p>
          <a:p>
            <a:r>
              <a:t>  type: Web Series</a:t>
            </a:r>
          </a:p>
          <a:p>
            <a:r>
              <a:t>  details:</a:t>
            </a:r>
          </a:p>
          <a:p>
            <a:r>
              <a:t>    episodes: 8</a:t>
            </a:r>
          </a:p>
          <a:p>
            <a:r>
              <a:t>    language: Telugu</a:t>
            </a:r>
          </a:p>
          <a:p>
            <a:r>
              <a:t>    status: In Progress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Functions:</a:t>
            </a:r>
          </a:p>
          <a:p>
            <a:r>
              <a:t>• yaml.safe_load() → Read YAML</a:t>
            </a:r>
          </a:p>
          <a:p>
            <a:r>
              <a:t>• yaml.dump() → Write YAML</a:t>
            </a:r>
          </a:p>
          <a:p>
            <a:endParaRPr/>
          </a:p>
          <a:p>
            <a:r>
              <a:t>Usage:</a:t>
            </a:r>
          </a:p>
          <a:p>
            <a:r>
              <a:t>• Common in configuration files (DevOps, CI/CD, ML Pipelines)</a:t>
            </a:r>
          </a:p>
          <a:p>
            <a:r>
              <a:t>• More readable than JSON</a:t>
            </a:r>
          </a:p>
          <a:p>
            <a:r>
              <a:t>• Always prefer safe_load() for security.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488</Words>
  <Application>Microsoft Office PowerPoint</Application>
  <PresentationFormat>On-screen Show (4:3)</PresentationFormat>
  <Paragraphs>79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Python YAML Module</vt:lpstr>
      <vt:lpstr>1. What is YAML?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Installing PyYAML</vt:lpstr>
      <vt:lpstr>3. Importing and Basic Usage</vt:lpstr>
      <vt:lpstr>4. Writing YAML Files</vt:lpstr>
      <vt:lpstr>5. Reading YAML Files</vt:lpstr>
      <vt:lpstr>6. YAML vs JSON</vt:lpstr>
      <vt:lpstr>7. Safe Loading and Security</vt:lpstr>
      <vt:lpstr>8. Dump Formatting Options</vt:lpstr>
      <vt:lpstr>9. Nested YAML Structures</vt:lpstr>
      <vt:lpstr>10.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pulivarthi</cp:lastModifiedBy>
  <cp:revision>10</cp:revision>
  <dcterms:created xsi:type="dcterms:W3CDTF">2013-01-27T09:14:16Z</dcterms:created>
  <dcterms:modified xsi:type="dcterms:W3CDTF">2025-11-02T20:19:18Z</dcterms:modified>
  <cp:category/>
</cp:coreProperties>
</file>