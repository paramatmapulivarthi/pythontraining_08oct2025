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Development in ITS Software &amp; Product Life Cycle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86981" y="5981700"/>
            <a:ext cx="6400800" cy="1752600"/>
          </a:xfrm>
        </p:spPr>
        <p:txBody>
          <a:bodyPr/>
          <a:lstStyle/>
          <a:p>
            <a:r>
              <a:rPr dirty="0"/>
              <a:t>Paramatma Pulivarthi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ITS Software Development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Information Technology Systems (ITS) Software Development refers to the process of designing, building, deploying, and maintaining IT-based software solutions to support organizational needs.</a:t>
            </a:r>
          </a:p>
          <a:p>
            <a:endParaRPr sz="1600" dirty="0"/>
          </a:p>
          <a:p>
            <a:r>
              <a:rPr sz="1600" dirty="0"/>
              <a:t>Examples: Enterprise applications, healthcare IT systems, cloud platforms, automation tools, etc.</a:t>
            </a:r>
          </a:p>
        </p:txBody>
      </p:sp>
      <p:pic>
        <p:nvPicPr>
          <p:cNvPr id="6" name="Picture 2" descr="Enterprise Application Development: A ...">
            <a:extLst>
              <a:ext uri="{FF2B5EF4-FFF2-40B4-BE49-F238E27FC236}">
                <a16:creationId xmlns:a16="http://schemas.microsoft.com/office/drawing/2014/main" id="{075DC068-72BB-7EB3-C9A1-16557A222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19" y="4704993"/>
            <a:ext cx="3354230" cy="1878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Technology in Healthcare ...">
            <a:extLst>
              <a:ext uri="{FF2B5EF4-FFF2-40B4-BE49-F238E27FC236}">
                <a16:creationId xmlns:a16="http://schemas.microsoft.com/office/drawing/2014/main" id="{F5BF5E2E-8514-85D7-83C3-FDA6C89EF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729" y="5229818"/>
            <a:ext cx="2074606" cy="89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loud Computing Platforms - DEV Community">
            <a:extLst>
              <a:ext uri="{FF2B5EF4-FFF2-40B4-BE49-F238E27FC236}">
                <a16:creationId xmlns:a16="http://schemas.microsoft.com/office/drawing/2014/main" id="{B18A725B-C2AD-FF10-A047-9ACA07504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81" y="3153709"/>
            <a:ext cx="2482000" cy="138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op 16 Automation Testing Tools For 2025">
            <a:extLst>
              <a:ext uri="{FF2B5EF4-FFF2-40B4-BE49-F238E27FC236}">
                <a16:creationId xmlns:a16="http://schemas.microsoft.com/office/drawing/2014/main" id="{0B1879D3-741A-C650-EC6E-7C7131BEB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811" y="2984937"/>
            <a:ext cx="3096086" cy="216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op DevOps Automation Tools for ...">
            <a:extLst>
              <a:ext uri="{FF2B5EF4-FFF2-40B4-BE49-F238E27FC236}">
                <a16:creationId xmlns:a16="http://schemas.microsoft.com/office/drawing/2014/main" id="{DE42769B-F806-E91E-D44B-6AEA3500E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155" y="5256869"/>
            <a:ext cx="27527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BE3D573A-A2C7-9CA7-68DA-ABB5758CC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9144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961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Key Stages in ITS Software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1. Requirement Analysis – Understand business needs and user requirements.</a:t>
            </a:r>
          </a:p>
          <a:p>
            <a:r>
              <a:rPr dirty="0"/>
              <a:t>2. System Design – Create architecture, data flow diagrams, and UI designs.</a:t>
            </a:r>
          </a:p>
          <a:p>
            <a:r>
              <a:rPr dirty="0"/>
              <a:t>3. Development – Write and integrate code for front-end, back-end, and databases.</a:t>
            </a:r>
          </a:p>
          <a:p>
            <a:r>
              <a:rPr dirty="0"/>
              <a:t>4. Testing – Verify performance, security, and reliability.</a:t>
            </a:r>
          </a:p>
          <a:p>
            <a:r>
              <a:rPr dirty="0"/>
              <a:t>5. Deployment – Release software through CI/CD and cloud environments.</a:t>
            </a:r>
          </a:p>
          <a:p>
            <a:r>
              <a:rPr dirty="0"/>
              <a:t>6. Maintenance – Continuous monitoring, updates, and improvements.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Software Product Life Cycle (PLC)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Software Product Life Cycle describes the stages a software product passes through from its conception to retirement.</a:t>
            </a:r>
          </a:p>
          <a:p>
            <a:endParaRPr dirty="0"/>
          </a:p>
          <a:p>
            <a:r>
              <a:rPr dirty="0"/>
              <a:t>Purpose: To align technical development with business and user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5D785639-52CC-6371-5452-E4281AD1B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9144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926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Stages of Software Product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1. Introduction – Product idea, prototyping, and beta launch.</a:t>
            </a:r>
          </a:p>
          <a:p>
            <a:r>
              <a:rPr dirty="0"/>
              <a:t>2. Growth – User adoption, scaling, and new features.</a:t>
            </a:r>
          </a:p>
          <a:p>
            <a:r>
              <a:rPr dirty="0"/>
              <a:t>3. Maturity – Stable product, optimization, and performance tuning.</a:t>
            </a:r>
          </a:p>
          <a:p>
            <a:r>
              <a:rPr dirty="0"/>
              <a:t>4. Decline – Decrease in usage; start planning replacement.</a:t>
            </a:r>
          </a:p>
          <a:p>
            <a:r>
              <a:rPr dirty="0"/>
              <a:t>5. Retirement – Decommissioning, data migration, and closure.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Integration of Development &amp; Product Life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ITS software development acts as a repeating process within the overall Product Life Cycle.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Each release restarts a mini development cycle.</a:t>
            </a:r>
          </a:p>
          <a:p>
            <a:pPr marL="0" indent="0">
              <a:buNone/>
            </a:pPr>
            <a:r>
              <a:rPr dirty="0"/>
              <a:t>• Agile and DevOps methods ensure continuous delivery.</a:t>
            </a:r>
          </a:p>
          <a:p>
            <a:pPr marL="0" indent="0">
              <a:buNone/>
            </a:pPr>
            <a:r>
              <a:rPr dirty="0"/>
              <a:t>• Helps maintain long-term sustainability and adaptability.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ITS software development focuses on business alignment and scalability.</a:t>
            </a:r>
          </a:p>
          <a:p>
            <a:pPr marL="0" indent="0">
              <a:buNone/>
            </a:pPr>
            <a:r>
              <a:rPr dirty="0"/>
              <a:t>• Product Life Cycle supports strategic decision-making.</a:t>
            </a:r>
          </a:p>
          <a:p>
            <a:pPr marL="0" indent="0">
              <a:buNone/>
            </a:pPr>
            <a:r>
              <a:rPr dirty="0"/>
              <a:t>• Continuous feedback, automation, and monitoring drive software evolution.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337</Words>
  <Application>Microsoft Office PowerPoint</Application>
  <PresentationFormat>On-screen Show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Development in ITS Software &amp; Product Life Cycle</vt:lpstr>
      <vt:lpstr>ITS Software Development Overview</vt:lpstr>
      <vt:lpstr>PowerPoint Presentation</vt:lpstr>
      <vt:lpstr>Key Stages in ITS Software Development</vt:lpstr>
      <vt:lpstr>Software Product Life Cycle (PLC) Overview</vt:lpstr>
      <vt:lpstr>PowerPoint Presentation</vt:lpstr>
      <vt:lpstr>Stages of Software Product Life Cycle</vt:lpstr>
      <vt:lpstr>Integration of Development &amp; Product Life Cycle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 pulivarthi</cp:lastModifiedBy>
  <cp:revision>2</cp:revision>
  <dcterms:created xsi:type="dcterms:W3CDTF">2013-01-27T09:14:16Z</dcterms:created>
  <dcterms:modified xsi:type="dcterms:W3CDTF">2025-10-06T19:28:19Z</dcterms:modified>
  <cp:category/>
</cp:coreProperties>
</file>