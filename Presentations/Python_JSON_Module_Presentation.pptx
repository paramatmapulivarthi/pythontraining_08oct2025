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JSON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built-in module for encoding (serializing) and decoding (deserializing) JSON data.</a:t>
            </a:r>
          </a:p>
          <a:p>
            <a:r>
              <a:t>Used for configuration files, API data exchange, and persistent storage.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JSON?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 = JavaScript Object Notation</a:t>
            </a:r>
          </a:p>
          <a:p>
            <a:r>
              <a:t>• Text-based data format</a:t>
            </a:r>
          </a:p>
          <a:p>
            <a:r>
              <a:t>• Lightweight and language independent</a:t>
            </a:r>
          </a:p>
          <a:p>
            <a:r>
              <a:t>Example:</a:t>
            </a:r>
          </a:p>
          <a:p>
            <a:r>
              <a:t>{</a:t>
            </a:r>
          </a:p>
          <a:p>
            <a:r>
              <a:t>  "name": "Paramatma",</a:t>
            </a:r>
          </a:p>
          <a:p>
            <a:r>
              <a:t>  "skills": ["Python", "AWS", "Terraform"]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Why Use the json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Converts Python objects ↔ JSON strings</a:t>
            </a:r>
          </a:p>
          <a:p>
            <a:r>
              <a:t>• Read/write JSON files</a:t>
            </a:r>
          </a:p>
          <a:p>
            <a:r>
              <a:t>• Used in web APIs, config files, ML metadata,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Conversion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→ JSON string: json.dumps()</a:t>
            </a:r>
          </a:p>
          <a:p>
            <a:r>
              <a:t>JSON string → Python: json.loads()</a:t>
            </a:r>
          </a:p>
          <a:p>
            <a:r>
              <a:t>Python → JSON file: json.dump()</a:t>
            </a:r>
          </a:p>
          <a:p>
            <a:r>
              <a:t>JSON file → Python: json.load()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Example: Python to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json</a:t>
            </a:r>
          </a:p>
          <a:p>
            <a:r>
              <a:t>data = {'name': 'Paramatma', 'role': 'Engineer', 'skills': ['Python','AWS']}</a:t>
            </a:r>
          </a:p>
          <a:p>
            <a:r>
              <a:t>json_str = json.dumps(data, indent=4)</a:t>
            </a:r>
          </a:p>
          <a:p>
            <a:r>
              <a:t>print(json_str)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Example: JSON to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json</a:t>
            </a:r>
          </a:p>
          <a:p>
            <a:r>
              <a:t>json_data = '{"project":"Paisa Main Paramatma", "episodes":8}'</a:t>
            </a:r>
          </a:p>
          <a:p>
            <a:r>
              <a:t>python_obj = json.loads(json_data)</a:t>
            </a:r>
          </a:p>
          <a:p>
            <a:r>
              <a:t>print(python_obj['project'])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JSON to File:</a:t>
            </a:r>
          </a:p>
          <a:p>
            <a:r>
              <a:t>with open('data.json', 'w') as f:</a:t>
            </a:r>
          </a:p>
          <a:p>
            <a:r>
              <a:t>    json.dump(data, f, indent=4)</a:t>
            </a:r>
          </a:p>
          <a:p/>
          <a:p>
            <a:r>
              <a:t>Read JSON from File:</a:t>
            </a:r>
          </a:p>
          <a:p>
            <a:r>
              <a:t>with open('data.json', 'r') as f:</a:t>
            </a:r>
          </a:p>
          <a:p>
            <a:r>
              <a:t>    data = json.load(f)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Formatting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json.dumps(data, indent=4, sort_keys=True)</a:t>
            </a:r>
          </a:p>
          <a:p>
            <a:r>
              <a:t>• indent → Pretty print JSON</a:t>
            </a:r>
          </a:p>
          <a:p>
            <a:r>
              <a:t>• sort_keys → Sort dictionary keys alphabetically</a:t>
            </a:r>
          </a:p>
          <a:p>
            <a:r>
              <a:t>• separators → Customize comma/colon spacing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Common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TypeError: Object not JSON serializable → convert unsupported types</a:t>
            </a:r>
          </a:p>
          <a:p>
            <a:r>
              <a:t>• JSONDecodeError → Invalid JSON format</a:t>
            </a:r>
          </a:p>
          <a:p>
            <a:r>
              <a:t>Fix: use default=str or proper JSON 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Custom Serialization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datetime import datetime</a:t>
            </a:r>
          </a:p>
          <a:p>
            <a:r>
              <a:t>data = {'time': datetime.now()}</a:t>
            </a:r>
          </a:p>
          <a:p>
            <a:r>
              <a:t>json_str = json.dumps(data, default=str)</a:t>
            </a:r>
          </a:p>
          <a:p>
            <a:r>
              <a:t>print(json_str)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json.dumps() → Python → JSON string</a:t>
            </a:r>
          </a:p>
          <a:p>
            <a:r>
              <a:t>json.dump()  → Python → JSON file</a:t>
            </a:r>
          </a:p>
          <a:p>
            <a:r>
              <a:t>json.loads() → JSON string → Python</a:t>
            </a:r>
          </a:p>
          <a:p>
            <a:r>
              <a:t>json.load()  → JSON file → Python</a:t>
            </a:r>
          </a:p>
          <a:p>
            <a:r>
              <a:t>indent, sort_keys for formatting.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